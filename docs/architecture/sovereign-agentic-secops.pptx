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7619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frame before the first figure. This is a reference architecture, and the status</a:t>
            </a:r>
          </a:p>
          <a:p>
            <a:r>
              <a:t>caveat goes on the title slide on purpose so nobody has to wonder about it for the next</a:t>
            </a:r>
          </a:p>
          <a:p>
            <a:r>
              <a:t>half hour.</a:t>
            </a:r>
          </a:p>
          <a:p/>
          <a:p>
            <a:r>
              <a:t>THE ONE RULE for the whole deck: never let a "will" become an "is". Say "this is designed"</a:t>
            </a:r>
          </a:p>
          <a:p>
            <a:r>
              <a:t>and "this runs" as separate, deliberate sentences. That is what makes you believed on the</a:t>
            </a:r>
          </a:p>
          <a:p>
            <a:r>
              <a:t>second one.</a:t>
            </a:r>
          </a:p>
          <a:p/>
          <a:p>
            <a:r>
              <a:t>Running order note: the deck runs figure 5 BEFORE figure 4. The worked example lands harder</a:t>
            </a:r>
          </a:p>
          <a:p>
            <a:r>
              <a:t>before the packaging slide than after it.</a:t>
            </a:r>
          </a:p>
          <a:p/>
          <a:p>
            <a:r>
              <a:t>Total: ~31 minutes of talking plus 15 for questions. Full script:</a:t>
            </a:r>
          </a:p>
          <a:p>
            <a:r>
              <a:t>docs/architecture/secops-demo-walkthrough.md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minutes. No figure — say this before anything appears.</a:t>
            </a:r>
          </a:p>
          <a:p/>
          <a:p>
            <a:r>
              <a:t>A platform team running a few hundred container images gets a continuous stream of findings.</a:t>
            </a:r>
          </a:p>
          <a:p>
            <a:r>
              <a:t>Most are irrelevant: unreachable code path, package not installed at runtime, image not</a:t>
            </a:r>
          </a:p>
          <a:p>
            <a:r>
              <a:t>deployed in a year. So the finding rate exceeds the remediation rate permanently.</a:t>
            </a:r>
          </a:p>
          <a:p/>
          <a:p>
            <a:r>
              <a:t>That is not a knowledge problem. The team knows what a CVE is and how to bump a package.</a:t>
            </a:r>
          </a:p>
          <a:p>
            <a:r>
              <a:t>What they do not have is the labour to do it several hundred times a month — each time</a:t>
            </a:r>
          </a:p>
          <a:p>
            <a:r>
              <a:t>working out which images share the affected base layer, which are actually running, what the</a:t>
            </a:r>
          </a:p>
          <a:p>
            <a:r>
              <a:t>fixed version is called in SUSE's errata, and whether the rebuild broke anything.</a:t>
            </a:r>
          </a:p>
          <a:p/>
          <a:p>
            <a:r>
              <a:t>PIVOT, slowly: a retrieval chatbot does not move this number. Moving it requires something</a:t>
            </a:r>
          </a:p>
          <a:p>
            <a:r>
              <a:t>that reads the finding, decides whether it matters, works out the fix, MAKES THE CHANGE,</a:t>
            </a:r>
          </a:p>
          <a:p>
            <a:r>
              <a:t>proves the change worked, and hands a human a reviewable pull request.</a:t>
            </a:r>
          </a:p>
          <a:p/>
          <a:p>
            <a:r>
              <a:t>Then the honest part, which distinguishes this from every other agent pitch in the room:</a:t>
            </a:r>
          </a:p>
          <a:p>
            <a:r>
              <a:t>that is exactly why most organisations will not run one.</a:t>
            </a:r>
          </a:p>
          <a:p/>
          <a:p>
            <a:r>
              <a:t>Close on the thesis: the interesting engineering is the substrate, not the agents.</a:t>
            </a:r>
          </a:p>
          <a:p>
            <a:r>
              <a:t>Everything after this slide is that substrate.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minutes. THE LINE: the analyst has no kubeconfig, and neither does the agent.</a:t>
            </a:r>
          </a:p>
          <a:p/>
          <a:p>
            <a:r>
              <a:t>The whole system on one slide, drawn by LOCATION rather than by layer. Green is NVIDIA,</a:t>
            </a:r>
          </a:p>
          <a:p>
            <a:r>
              <a:t>dark frames are SUSE, dashed boxes are SUSE platform services the customer already owns —</a:t>
            </a:r>
          </a:p>
          <a:p>
            <a:r>
              <a:t>integrated, not installed by this architecture.</a:t>
            </a:r>
          </a:p>
          <a:p/>
          <a:p>
            <a:r>
              <a:t>Start outside and work in. The analyst is on a laptop outside the boundary with no</a:t>
            </a:r>
          </a:p>
          <a:p>
            <a:r>
              <a:t>kubeconfig. Deliberate, not an omission: the human interacts through a web UI and a pull</a:t>
            </a:r>
          </a:p>
          <a:p>
            <a:r>
              <a:t>request, and nothing else.</a:t>
            </a:r>
          </a:p>
          <a:p/>
          <a:p>
            <a:r>
              <a:t>Inside RKE2, walk the three separations left to right — the agent plane where reasoning</a:t>
            </a:r>
          </a:p>
          <a:p>
            <a:r>
              <a:t>happens, the OpenShell gateway that mediates every action, the sandboxes where the two</a:t>
            </a:r>
          </a:p>
          <a:p>
            <a:r>
              <a:t>agents that change things run. Separate namespaces with policy between them, because the</a:t>
            </a:r>
          </a:p>
          <a:p>
            <a:r>
              <a:t>agent plane may THINK about anything and may DO almost nothing.</a:t>
            </a:r>
          </a:p>
          <a:p/>
          <a:p>
            <a:r>
              <a:t>Then the packaging point, which NVIDIA reviewers care about most. Point at the APP pills:</a:t>
            </a:r>
          </a:p>
          <a:p>
            <a:r>
              <a:t>the NIM Operator and both Nemotron releases come from the AI Factory catalog as ordinary</a:t>
            </a:r>
          </a:p>
          <a:p>
            <a:r>
              <a:t>apps. Everything else is carried by one of three Blueprints. Not arbitrary — an operator</a:t>
            </a:r>
          </a:p>
          <a:p>
            <a:r>
              <a:t>and a model endpoint are shared cluster infrastructure many workloads consume. Slide 7</a:t>
            </a:r>
          </a:p>
          <a:p>
            <a:r>
              <a:t>shows what the split buys you.</a:t>
            </a:r>
          </a:p>
          <a:p/>
          <a:p>
            <a:r>
              <a:t>POINT AT</a:t>
            </a:r>
          </a:p>
          <a:p>
            <a:r>
              <a:t>• the laptop outside the boundary — "no kubeconfig at any point in this story"</a:t>
            </a:r>
          </a:p>
          <a:p>
            <a:r>
              <a:t>• SUSE Security and SUSE Observability, dashed — prerequisites, the customer already runs them</a:t>
            </a:r>
          </a:p>
          <a:p>
            <a:r>
              <a:t>• the model plane band — Ultra plans, Lightning executes; two jobs, two very different price tags</a:t>
            </a:r>
          </a:p>
          <a:p>
            <a:r>
              <a:t>• the three APP pills</a:t>
            </a:r>
          </a:p>
          <a:p>
            <a:r>
              <a:t>• the flywheel panel — flag the 1 October 2026 NeMo Platform sunset NOW, before anyone spots it</a:t>
            </a:r>
          </a:p>
          <a:p/>
          <a:p>
            <a:r>
              <a:t>IF ASKED</a:t>
            </a:r>
          </a:p>
          <a:p>
            <a:r>
              <a:t>• "Why two models?" — the loops run at periods four orders of magnitude apart; paying</a:t>
            </a:r>
          </a:p>
          <a:p>
            <a:r>
              <a:t>  planner prices for routine triage is how agent programmes die. Slide 5.</a:t>
            </a:r>
          </a:p>
          <a:p>
            <a:r>
              <a:t>• "Is the GPU Operator part of this?" — it comes from the release manifest, with the</a:t>
            </a:r>
          </a:p>
          <a:p>
            <a:r>
              <a:t>  precompiled NVIDIA driver 595 from registry.suse.com. That co-engineering predates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minutes. THE LINE: NVIDIA supplies the intelligence; SUSE supplies the product around it.</a:t>
            </a:r>
          </a:p>
          <a:p/>
          <a:p>
            <a:r>
              <a:t>Same system as a stack, because the division of labour is easier to see in layers.</a:t>
            </a:r>
          </a:p>
          <a:p/>
          <a:p>
            <a:r>
              <a:t>Read it bottom-up in one breath: L0 OS, Kubernetes, GPU Operator. L1 control plane — AI</a:t>
            </a:r>
          </a:p>
          <a:p>
            <a:r>
              <a:t>Factory operator, Blueprint and AIWorkload CRDs, Fleet GitOps. L2 model plane — NIM</a:t>
            </a:r>
          </a:p>
          <a:p>
            <a:r>
              <a:t>Operator and Nemotron. L3 knowledge — NVIDIA RAG Blueprint v2.6.0 over a vulnerability</a:t>
            </a:r>
          </a:p>
          <a:p>
            <a:r>
              <a:t>corpus. L4 agents — AI-Q 2.2. L5 action — OpenShell.</a:t>
            </a:r>
          </a:p>
          <a:p/>
          <a:p>
            <a:r>
              <a:t>SAY SLOWLY: NVIDIA supplies the models, the agent toolkit and the sandbox runtime. SUSE</a:t>
            </a:r>
          </a:p>
          <a:p>
            <a:r>
              <a:t>supplies the operating system, the Kubernetes, the packaging, the lifecycle, the governance</a:t>
            </a:r>
          </a:p>
          <a:p>
            <a:r>
              <a:t>— and one support contract over all of it.</a:t>
            </a:r>
          </a:p>
          <a:p/>
          <a:p>
            <a:r>
              <a:t>That last clause is the commercial argument; give it its own beat. For a regulated customer,</a:t>
            </a:r>
          </a:p>
          <a:p>
            <a:r>
              <a:t>"who do I call at 3 a.m. when the NIM Operator stops reconciling" is a procurement question</a:t>
            </a:r>
          </a:p>
          <a:p>
            <a:r>
              <a:t>that decides deals.</a:t>
            </a:r>
          </a:p>
          <a:p/>
          <a:p>
            <a:r>
              <a:t>Then the honesty that makes it credible: nothing here is invented by SUSE. AI-Q 2.2 runs</a:t>
            </a:r>
          </a:p>
          <a:p>
            <a:r>
              <a:t>agent skills in provider-neutral sandboxes and names OpenShell as a supported backend —</a:t>
            </a:r>
          </a:p>
          <a:p>
            <a:r>
              <a:t>that seam is NVIDIA's. What SUSE adds is making it installable, versioned, air-gappable and</a:t>
            </a:r>
          </a:p>
          <a:p>
            <a:r>
              <a:t>multi-tenant.</a:t>
            </a:r>
          </a:p>
          <a:p/>
          <a:p>
            <a:r>
              <a:t>POINT AT</a:t>
            </a:r>
          </a:p>
          <a:p>
            <a:r>
              <a:t>• the count of green boxes — "that is the answer to 'where is NVIDIA embedded'"</a:t>
            </a:r>
          </a:p>
          <a:p>
            <a:r>
              <a:t>• the three APP pills in L2 again, briefly — consistency with the previous slide is the point</a:t>
            </a:r>
          </a:p>
          <a:p>
            <a:r>
              <a:t>• L5 — "this layer is the one most agent architectures don't have"</a:t>
            </a:r>
          </a:p>
          <a:p/>
          <a:p>
            <a:r>
              <a:t>IF ASKED</a:t>
            </a:r>
          </a:p>
          <a:p>
            <a:r>
              <a:t>• "Why AI-Q 2.2 rather than the 2.1 you ship?" — 2.2 has the sandbox-backend seam. It is</a:t>
            </a:r>
          </a:p>
          <a:p>
            <a:r>
              <a:t>  the hinge. Switching cost us the known-good 2.1 workflow config; section 11 lists what</a:t>
            </a:r>
          </a:p>
          <a:p>
            <a:r>
              <a:t>  that leaves unverified.</a:t>
            </a:r>
          </a:p>
          <a:p>
            <a:r>
              <a:t>• "Where does Milvus/cuVS fit?" — L3. GPU_CAGRA is a no-app-change acceleration insert</a:t>
            </a:r>
          </a:p>
          <a:p>
            <a:r>
              <a:t>  once you have the VRAM; the minimal profile turns GPU search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THE CENTREPIECE — do not rush it.</a:t>
            </a:r>
          </a:p>
          <a:p>
            <a:r>
              <a:t>THE LINE: eight agents read things; two agents change things; the two are on the other side</a:t>
            </a:r>
          </a:p>
          <a:p>
            <a:r>
              <a:t>of a boundary the agents cannot move.</a:t>
            </a:r>
          </a:p>
          <a:p/>
          <a:p>
            <a:r>
              <a:t>Ten agents, each with a job small enough to name, classified Worker / Service / Support</a:t>
            </a:r>
          </a:p>
          <a:p>
            <a:r>
              <a:t>after arXiv 2601.13671. Say that once — it signals the design is grounded — then never</a:t>
            </a:r>
          </a:p>
          <a:p>
            <a:r>
              <a:t>mention it again.</a:t>
            </a:r>
          </a:p>
          <a:p/>
          <a:p>
            <a:r>
              <a:t>The interesting split is the vertical line. Left, in AI-Q, everything that REASONS, with no</a:t>
            </a:r>
          </a:p>
          <a:p>
            <a:r>
              <a:t>side effects. Right, inside OpenShell sandboxes, the only two agents that change the world:</a:t>
            </a:r>
          </a:p>
          <a:p>
            <a:r>
              <a:t>the remediation engineer that edits a Containerfile, builds, tests and opens a PR, and the</a:t>
            </a:r>
          </a:p>
          <a:p>
            <a:r>
              <a:t>validation agent that rebuilds and rescans.</a:t>
            </a:r>
          </a:p>
          <a:p/>
          <a:p>
            <a:r>
              <a:t>Walk the left column BY COST, because the model assignments are the design. Intent</a:t>
            </a:r>
          </a:p>
          <a:p>
            <a:r>
              <a:t>classifier: Lightning — runs on every signal, cheapest call in the system. Triage:</a:t>
            </a:r>
          </a:p>
          <a:p>
            <a:r>
              <a:t>Lightning — runs on every finding every night, and most findings end there. Plan gate:</a:t>
            </a:r>
          </a:p>
          <a:p>
            <a:r>
              <a:t>Ultra, and orange, because a human accepts, narrows or rejects before anything with a side</a:t>
            </a:r>
          </a:p>
          <a:p>
            <a:r>
              <a:t>effect runs. Research orchestrator: Ultra; the N parallel researcher workers under it are</a:t>
            </a:r>
          </a:p>
          <a:p>
            <a:r>
              <a:t>Lightning, and that fan-out is where the token volume lives. Writer: Ultra, with a citation</a:t>
            </a:r>
          </a:p>
          <a:p>
            <a:r>
              <a:t>verifier that fails closed on an unsupported claim.</a:t>
            </a:r>
          </a:p>
          <a:p/>
          <a:p>
            <a:r>
              <a:t>CROSS THE LINE AND SLOW DOWN — this is the part nobody else in the room has an answer for.</a:t>
            </a:r>
          </a:p>
          <a:p>
            <a:r>
              <a:t>Sandbox policy is enforced OUT OF PROCESS. The agent runs inside; the supervisor enforces</a:t>
            </a:r>
          </a:p>
          <a:p>
            <a:r>
              <a:t>outside. The agent cannot widen its own policy, not because we asked nicely, but because the</a:t>
            </a:r>
          </a:p>
          <a:p>
            <a:r>
              <a:t>enforcement point is somewhere it cannot reach.</a:t>
            </a:r>
          </a:p>
          <a:p/>
          <a:p>
            <a:r>
              <a:t>Read the constraints one at a time and let each land: no Kubernetes API access. One sandbox</a:t>
            </a:r>
          </a:p>
          <a:p>
            <a:r>
              <a:t>per job, created on demand, destroyed on exit. Layer-7 egress allowlist — exactly one</a:t>
            </a:r>
          </a:p>
          <a:p>
            <a:r>
              <a:t>writable git remote, the SUSE update repos, the registry; everything else denied. The git</a:t>
            </a:r>
          </a:p>
          <a:p>
            <a:r>
              <a:t>token is injected at the gateway, so the agent never holds a credential it could leak. The</a:t>
            </a:r>
          </a:p>
          <a:p>
            <a:r>
              <a:t>image is SLE BCI 16 and its only Python index is the curated SUSE Application Collection one</a:t>
            </a:r>
          </a:p>
          <a:p>
            <a:r>
              <a:t>— pypi.org denied by policy, which closes the commonest agent supply-chain path.</a:t>
            </a:r>
          </a:p>
          <a:p/>
          <a:p>
            <a:r>
              <a:t>Finish on what it may NOT do: it may open a pull request; policy denies merging and denies</a:t>
            </a:r>
          </a:p>
          <a:p>
            <a:r>
              <a:t>changing branch protection. Two independent controls — one owned by the platform team, one</a:t>
            </a:r>
          </a:p>
          <a:p>
            <a:r>
              <a:t>by the repository owner.</a:t>
            </a:r>
          </a:p>
          <a:p/>
          <a:p>
            <a:r>
              <a:t>POINT AT</a:t>
            </a:r>
          </a:p>
          <a:p>
            <a:r>
              <a:t>• the vertical boundary and the single arrow crossing it: "the only path to side effects"</a:t>
            </a:r>
          </a:p>
          <a:p>
            <a:r>
              <a:t>• the two orange boxes — plan gate and human review</a:t>
            </a:r>
          </a:p>
          <a:p>
            <a:r>
              <a:t>• the SUSE Observability band under both planes — the gateway emits EVERY POLICY DECISION</a:t>
            </a:r>
          </a:p>
          <a:p>
            <a:r>
              <a:t>  rather than the agent self-reporting. That is the difference between telemetry and evidence.</a:t>
            </a:r>
          </a:p>
          <a:p>
            <a:r>
              <a:t>• "AI Assistant deliberately OFF" — it would send tokens to a hosted model. Turning a</a:t>
            </a:r>
          </a:p>
          <a:p>
            <a:r>
              <a:t>  feature off on purpose is a credibility detail; use it.</a:t>
            </a:r>
          </a:p>
          <a:p/>
          <a:p>
            <a:r>
              <a:t>IF ASKED</a:t>
            </a:r>
          </a:p>
          <a:p>
            <a:r>
              <a:t>• "What stops a prompt-injected advisory?" — NeMo Guardrails intercepts every model call on</a:t>
            </a:r>
          </a:p>
          <a:p>
            <a:r>
              <a:t>  the left; on the right it barely matters what the agent has been persuaded to want,</a:t>
            </a:r>
          </a:p>
          <a:p>
            <a:r>
              <a:t>  because the egress allowlist is enforced out of process.</a:t>
            </a:r>
          </a:p>
          <a:p>
            <a:r>
              <a:t>• "Can the agent scan the cluster it's remediating?" — No. No kubeconfig in the sandbox.</a:t>
            </a:r>
          </a:p>
          <a:p>
            <a:r>
              <a:t>• "Ten agents sounds like a lot." — Eight are one model call with a narrow job. The</a:t>
            </a:r>
          </a:p>
          <a:p>
            <a:r>
              <a:t>  alternative is one agent with ten jobs: unauditable, and a bill nobody can attribute.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minutes. THE LINE: a long-running agent architecture is defined by its loops, not its</a:t>
            </a:r>
          </a:p>
          <a:p>
            <a:r>
              <a:t>boxes — and these six run on periods four orders of magnitude apart.</a:t>
            </a:r>
          </a:p>
          <a:p/>
          <a:p>
            <a:r>
              <a:t>NVIDIA asked specifically for feedback loops and recurring execution paths. Say that this</a:t>
            </a:r>
          </a:p>
          <a:p>
            <a:r>
              <a:t>slide is the direct answer to that part of the ask.</a:t>
            </a:r>
          </a:p>
          <a:p/>
          <a:p>
            <a:r>
              <a:t>The spine across the middle is the happy path: signal, triage, plan gate, research,</a:t>
            </a:r>
          </a:p>
          <a:p>
            <a:r>
              <a:t>remediate, validate, approve, apply. Everything else loops back into it, labelled with its</a:t>
            </a:r>
          </a:p>
          <a:p>
            <a:r>
              <a:t>period. One sentence each:</a:t>
            </a:r>
          </a:p>
          <a:p/>
          <a:p>
            <a:r>
              <a:t>L1 agent turn — seconds. Plan, act, observe, reflect, bounded by max_tool_iterations and</a:t>
            </a:r>
          </a:p>
          <a:p>
            <a:r>
              <a:t>max_llm_turns. Bounded is the operative word; an unbounded loop is a runaway bill.</a:t>
            </a:r>
          </a:p>
          <a:p/>
          <a:p>
            <a:r>
              <a:t>L2 escalation — minutes. Shallow research insufficient, so escalate to deep research and</a:t>
            </a:r>
          </a:p>
          <a:p>
            <a:r>
              <a:t>Lightning to Ultra. THIS IS WHERE THE COST MODEL LIVES. Effort scaled to complexity rather</a:t>
            </a:r>
          </a:p>
          <a:p>
            <a:r>
              <a:t>than paid flat.</a:t>
            </a:r>
          </a:p>
          <a:p/>
          <a:p>
            <a:r>
              <a:t>L3 validation — minutes to hours. Patch, rebuild, rescan with SUSE Security, scan DIFF back</a:t>
            </a:r>
          </a:p>
          <a:p>
            <a:r>
              <a:t>to the remediation agent. Terminates clean or out of budget.</a:t>
            </a:r>
          </a:p>
          <a:p/>
          <a:p>
            <a:r>
              <a:t>L4 human verdict — hours. The plan gate and the PR review. Pause here: the verdict is</a:t>
            </a:r>
          </a:p>
          <a:p>
            <a:r>
              <a:t>captured as a TRAINING SIGNAL, not discarded. Every other system in this category throws</a:t>
            </a:r>
          </a:p>
          <a:p>
            <a:r>
              <a:t>that away.</a:t>
            </a:r>
          </a:p>
          <a:p/>
          <a:p>
            <a:r>
              <a:t>L5 ingestion — nightly. New CVEs, SUSE-SU errata, fresh SBOMs and scan exports re-enter the</a:t>
            </a:r>
          </a:p>
          <a:p>
            <a:r>
              <a:t>corpus. Never stale, which is why triage can rank by reachability instead of CVSS.</a:t>
            </a:r>
          </a:p>
          <a:p/>
          <a:p>
            <a:r>
              <a:t>L6 data flywheel — weekly. NeMo Relay ATIF trajectories to Data Store; Evaluator grades on</a:t>
            </a:r>
          </a:p>
          <a:p>
            <a:r>
              <a:t>a five-criterion rubric with the merged PR as ground truth; Customizer LoRA-tunes Lightning</a:t>
            </a:r>
          </a:p>
          <a:p>
            <a:r>
              <a:t>on accepted trajectories only; NIM Operator serves the new adapter.</a:t>
            </a:r>
          </a:p>
          <a:p/>
          <a:p>
            <a:r>
              <a:t>PUNCHLINE, written across the top: L6 returns to the model plane. That is what makes this a</a:t>
            </a:r>
          </a:p>
          <a:p>
            <a:r>
              <a:t>factory rather than a pipeline. Routine work migrates from the 550B planner to the 30B</a:t>
            </a:r>
          </a:p>
          <a:p>
            <a:r>
              <a:t>executor, so the system gets CHEAPER as it is used.</a:t>
            </a:r>
          </a:p>
          <a:p/>
          <a:p>
            <a:r>
              <a:t>Mention resume-from-error once in passing — the difference between a demo and a production</a:t>
            </a:r>
          </a:p>
          <a:p>
            <a:r>
              <a:t>system. NemoClaw's resumable lifecycle, OpenShell snapshot/restore, AI-Q's checkpoint DB.</a:t>
            </a:r>
          </a:p>
          <a:p/>
          <a:p>
            <a:r>
              <a:t>POINT AT</a:t>
            </a:r>
          </a:p>
          <a:p>
            <a:r>
              <a:t>• the period labels in order — the four-orders-of-magnitude spread is the argument for two</a:t>
            </a:r>
          </a:p>
          <a:p>
            <a:r>
              <a:t>  models, and it closes the question someone asked on slide 3</a:t>
            </a:r>
          </a:p>
          <a:p>
            <a:r>
              <a:t>• the orange L4 loop — the only one with a human in it</a:t>
            </a:r>
          </a:p>
          <a:p>
            <a:r>
              <a:t>• the long blue line from L6 back up to the model plane</a:t>
            </a:r>
          </a:p>
          <a:p>
            <a:r>
              <a:t>• the flywheel band header — flag the 1 Oct 2026 NeMo Platform sunset in your own words</a:t>
            </a:r>
          </a:p>
          <a:p/>
          <a:p>
            <a:r>
              <a:t>IF ASKED</a:t>
            </a:r>
          </a:p>
          <a:p>
            <a:r>
              <a:t>• "Isn't weekly tuning on your own output a feedback trap?" — Customizer trains on ACCEPTED</a:t>
            </a:r>
          </a:p>
          <a:p>
            <a:r>
              <a:t>  trajectories only, and acceptance is a human merge plus an independent scan diff. Ground</a:t>
            </a:r>
          </a:p>
          <a:p>
            <a:r>
              <a:t>  truth comes from outside the model.</a:t>
            </a:r>
          </a:p>
          <a:p>
            <a:r>
              <a:t>• "What's the token cost?" — next slide, last panel. Anthropic measured multi-agent systems</a:t>
            </a:r>
          </a:p>
          <a:p>
            <a:r>
              <a:t>  at roughly 15x chat token usage, which is precisely the argument for owning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THE LINE: fifty-one minutes of machine work and three hours of waiting for</a:t>
            </a:r>
          </a:p>
          <a:p>
            <a:r>
              <a:t>people — and until now nobody could see the second number.</a:t>
            </a:r>
          </a:p>
          <a:p/>
          <a:p>
            <a:r>
              <a:t>OPEN WITH THE CAVEAT, one sentence, before anything else: this sequence has not been</a:t>
            </a:r>
          </a:p>
          <a:p>
            <a:r>
              <a:t>executed, the identifier is a placeholder, the timings are illustrative and internally</a:t>
            </a:r>
          </a:p>
          <a:p>
            <a:r>
              <a:t>consistent. Getting that out of the way first buys you the next four minutes.</a:t>
            </a:r>
          </a:p>
          <a:p/>
          <a:p>
            <a:r>
              <a:t>Then tell it as a story. CVE-2026-XXXXX in libexpat, in a shared SLE BCI 16 base layer.</a:t>
            </a:r>
          </a:p>
          <a:p>
            <a:r>
              <a:t>Fourteen images affected. Nine running.</a:t>
            </a:r>
          </a:p>
          <a:p/>
          <a:p>
            <a:r>
              <a:t>T+0 — SUSE Security flags it. Nine have running workloads, and the enforcer has observed</a:t>
            </a:r>
          </a:p>
          <a:p>
            <a:r>
              <a:t>the XML parse path actually exercised in three. STOP THERE: that last fact is the whole of</a:t>
            </a:r>
          </a:p>
          <a:p>
            <a:r>
              <a:t>triage. Without it the agent ranks a list; with it the agent ranks a cluster.</a:t>
            </a:r>
          </a:p>
          <a:p/>
          <a:p>
            <a:r>
              <a:t>T+2 min — Triage on Lightning dedupes against forty-seven open findings and ranks by</a:t>
            </a:r>
          </a:p>
          <a:p>
            <a:r>
              <a:t>reachability rather than CVSS. Eleven of fourteen fall to the backlog without a person</a:t>
            </a:r>
          </a:p>
          <a:p>
            <a:r>
              <a:t>reading them.</a:t>
            </a:r>
          </a:p>
          <a:p/>
          <a:p>
            <a:r>
              <a:t>T+20 min — The plan gate. Bump libexpat in the shared base image, rebuild three downstream</a:t>
            </a:r>
          </a:p>
          <a:p>
            <a:r>
              <a:t>images, one PR per repository. A human accepts, narrows or rejects. Nothing with a side</a:t>
            </a:r>
          </a:p>
          <a:p>
            <a:r>
              <a:t>effect has run yet — the blast radius is AGREED BEFORE the agent acts, not audited</a:t>
            </a:r>
          </a:p>
          <a:p>
            <a:r>
              <a:t>afterwards.</a:t>
            </a:r>
          </a:p>
          <a:p/>
          <a:p>
            <a:r>
              <a:t>T+26 min — Parallel research over the corpus: the SUSE-SU advisory, the upstream changelog,</a:t>
            </a:r>
          </a:p>
          <a:p>
            <a:r>
              <a:t>each image's SBOM, the team's own runbook. A cited brief, every reference checked. Most of</a:t>
            </a:r>
          </a:p>
          <a:p>
            <a:r>
              <a:t>the run's token cost is here.</a:t>
            </a:r>
          </a:p>
          <a:p/>
          <a:p>
            <a:r>
              <a:t>T+38 min — Remediation inside the sandbox. Edits the Containerfile, builds, runs the test</a:t>
            </a:r>
          </a:p>
          <a:p>
            <a:r>
              <a:t>suite, opens the PR. No kubeconfig, no public PyPI, one writable remote, every egress call</a:t>
            </a:r>
          </a:p>
          <a:p>
            <a:r>
              <a:t>matched at layer 7, git token injected at the gateway.</a:t>
            </a:r>
          </a:p>
          <a:p/>
          <a:p>
            <a:r>
              <a:t>T+51 min — SUSE Security rescans. MAKE THE ARGUMENT HERE: the scan diff, not the agent's own</a:t>
            </a:r>
          </a:p>
          <a:p>
            <a:r>
              <a:t>account of its work, is the evidence — and sandbox policy denies write access to the</a:t>
            </a:r>
          </a:p>
          <a:p>
            <a:r>
              <a:t>scanner's rules, so the agent cannot close a finding by changing what counts as a finding.</a:t>
            </a:r>
          </a:p>
          <a:p/>
          <a:p>
            <a:r>
              <a:t>T+4 h — A maintainer reviews diff, brief and scan diff together, and merges. The agent</a:t>
            </a:r>
          </a:p>
          <a:p>
            <a:r>
              <a:t>could not have.</a:t>
            </a:r>
          </a:p>
          <a:p/>
          <a:p>
            <a:r>
              <a:t>T+4 h 20 — Fleet rolls the merged change out. The agent proposed; the platform applied.</a:t>
            </a:r>
          </a:p>
          <a:p>
            <a:r>
              <a:t>Keeping those two verbs apart is what makes the whole thing deployable.</a:t>
            </a:r>
          </a:p>
          <a:p/>
          <a:p>
            <a:r>
              <a:t>THE OUTCOMES PANEL — the slide NVIDIA actually asked for. Be precise about what is measurable.</a:t>
            </a:r>
          </a:p>
          <a:p>
            <a:r>
              <a:t>• MTTR — the queue starts moving. Fifty-one minutes of machine work replaces days of analyst</a:t>
            </a:r>
          </a:p>
          <a:p>
            <a:r>
              <a:t>  scheduling. Human time does not vanish; it moves to the two decisions that need a person,</a:t>
            </a:r>
          </a:p>
          <a:p>
            <a:r>
              <a:t>  and both become explicit gates instead of a silent backlog.</a:t>
            </a:r>
          </a:p>
          <a:p>
            <a:r>
              <a:t>• EFFORT — eleven of fourteen closed without a human reading them. THAT ratio, not per-CVE</a:t>
            </a:r>
          </a:p>
          <a:p>
            <a:r>
              <a:t>  latency, is where the hours come back, and it is the number to measure in a pilot.</a:t>
            </a:r>
          </a:p>
          <a:p>
            <a:r>
              <a:t>• AUDIT — ATIF trajectory, layer-7 egress log, scan diff, Blueprint provenance. Produced by</a:t>
            </a:r>
          </a:p>
          <a:p>
            <a:r>
              <a:t>  running the process, not assembled afterwards for an auditor. That is what makes it usable</a:t>
            </a:r>
          </a:p>
          <a:p>
            <a:r>
              <a:t>  as AI Act evidence.</a:t>
            </a:r>
          </a:p>
          <a:p>
            <a:r>
              <a:t>• COST — capacity, not per-token. Anthropic measured ~15x chat token usage; owned inference</a:t>
            </a:r>
          </a:p>
          <a:p>
            <a:r>
              <a:t>  turns that multiplier into a fixed capacity bill, and the flywheel keeps moving routine</a:t>
            </a:r>
          </a:p>
          <a:p>
            <a:r>
              <a:t>  work from the 550B to the 30B.</a:t>
            </a:r>
          </a:p>
          <a:p/>
          <a:p>
            <a:r>
              <a:t>POINT AT the two orange rows, and only those: "these are the only two places a person is</a:t>
            </a:r>
          </a:p>
          <a:p>
            <a:r>
              <a:t>required, and they are the two places a person should be."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minutes. THE LINE: every box in that architecture is a Kubernetes object, and that is what</a:t>
            </a:r>
          </a:p>
          <a:p>
            <a:r>
              <a:t>makes it a product instead of a project.</a:t>
            </a:r>
          </a:p>
          <a:p/>
          <a:p>
            <a:r>
              <a:t>The previous slides described a system. This one is about why it can be shipped to somebody.</a:t>
            </a:r>
          </a:p>
          <a:p/>
          <a:p>
            <a:r>
              <a:t>No imperative installer. Three apps from the AI Factory catalog, three Blueprints carrying</a:t>
            </a:r>
          </a:p>
          <a:p>
            <a:r>
              <a:t>everything else, one AIWorkload set, and the operator turns that into Fleet HelmOps and a</a:t>
            </a:r>
          </a:p>
          <a:p>
            <a:r>
              <a:t>running stack. Git is the source of record and the only place a human edits anything.</a:t>
            </a:r>
          </a:p>
          <a:p/>
          <a:p>
            <a:r>
              <a:t>Then the three properties, which are really the whole slide:</a:t>
            </a:r>
          </a:p>
          <a:p/>
          <a:p>
            <a:r>
              <a:t>IMMUTABILITY — a Blueprint version is a contract. AIWorkload.spec.componentValues is ignored</a:t>
            </a:r>
          </a:p>
          <a:p>
            <a:r>
              <a:t>on the Blueprint path, so every knob is baked into the version. Changing a value means</a:t>
            </a:r>
          </a:p>
          <a:p>
            <a:r>
              <a:t>cutting 1.0.0 to 1.0.1, not editing a running system. What runs traces back to one YAML</a:t>
            </a:r>
          </a:p>
          <a:p>
            <a:r>
              <a:t>document.</a:t>
            </a:r>
          </a:p>
          <a:p/>
          <a:p>
            <a:r>
              <a:t>AIR GAP — chartRepo is a name, not a URL. No Blueprint in the set encodes a public hostname.</a:t>
            </a:r>
          </a:p>
          <a:p>
            <a:r>
              <a:t>Three hosts to mirror: NGC, registry.suse.com, SUSE Application Collection. Mirror those,</a:t>
            </a:r>
          </a:p>
          <a:p>
            <a:r>
              <a:t>repoint the ClusterRepos, and the Blueprints do not change.</a:t>
            </a:r>
          </a:p>
          <a:p/>
          <a:p>
            <a:r>
              <a:t>DRIFT — Fleet compares live objects against the rendered manifest every cycle. A hand-edited</a:t>
            </a:r>
          </a:p>
          <a:p>
            <a:r>
              <a:t>NIMService or a loosened NetworkPolicy — INCLUDING the OpenShell policy that bounds the</a:t>
            </a:r>
          </a:p>
          <a:p>
            <a:r>
              <a:t>agent — is reported and reverted from git. Say the consequence out loud: the agents cannot</a:t>
            </a:r>
          </a:p>
          <a:p>
            <a:r>
              <a:t>reach the plane that governs them. That closes the loop opened on slide 5.</a:t>
            </a:r>
          </a:p>
          <a:p/>
          <a:p>
            <a:r>
              <a:t>POINT AT the install-order strip along the bottom: three catalog apps, then blueprint 10 (the</a:t>
            </a:r>
          </a:p>
          <a:p>
            <a:r>
              <a:t>gateway), 11 (the workspace), 20 (the SecOps stack). Note that the strip says, in the figure</a:t>
            </a:r>
          </a:p>
          <a:p>
            <a:r>
              <a:t>itself, that nothing here has been run end to end — you are not smuggling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minutes. MANDATORY SLIDE. Give the ledger in three groups, in this order, without hedging.</a:t>
            </a:r>
          </a:p>
          <a:p/>
          <a:p>
            <a:r>
              <a:t>WHAT RUNS — read the left column. Add: the dry-run test exercises the semver regex, the</a:t>
            </a:r>
          </a:p>
          <a:p>
            <a:r>
              <a:t>source enum, the chart-name uniqueness constraint and the DNS name-length limits. It is a</a:t>
            </a:r>
          </a:p>
          <a:p>
            <a:r>
              <a:t>real test and it passes.</a:t>
            </a:r>
          </a:p>
          <a:p/>
          <a:p>
            <a:r>
              <a:t>WHAT IS DESIGNED — read the right column. Note the authoring cluster's GPUs are simulated,</a:t>
            </a:r>
          </a:p>
          <a:p>
            <a:r>
              <a:t>which is why the agent layer COULD NOT be run, rather than merely was not.</a:t>
            </a:r>
          </a:p>
          <a:p/>
          <a:p>
            <a:r>
              <a:t>THE GAP — VOLUNTEER IT. A reviewer who finds it themselves will discount everything else.</a:t>
            </a:r>
          </a:p>
          <a:p>
            <a:r>
              <a:t>NVIDIA's own AI-Q 2.2 operator guide certifies OpenShell 0.0.88 and the Docker runtime. The</a:t>
            </a:r>
          </a:p>
          <a:p>
            <a:r>
              <a:t>stock aiq-agent image ships no OpenShell client SDK and no gateway-registration step. And no</a:t>
            </a:r>
          </a:p>
          <a:p>
            <a:r>
              <a:t>single gateway version does both halves — 0.0.88 lacks the workspace keys this multi-tenant</a:t>
            </a:r>
          </a:p>
          <a:p>
            <a:r>
              <a:t>topology needs; those keys arrive only in later and dev builds, and the companion workspace</a:t>
            </a:r>
          </a:p>
          <a:p>
            <a:r>
              <a:t>chart has dev tags only.</a:t>
            </a:r>
          </a:p>
          <a:p/>
          <a:p>
            <a:r>
              <a:t>THEN THE TURN, which is the real close of the deck: that gap is the engineering work this</a:t>
            </a:r>
          </a:p>
          <a:p>
            <a:r>
              <a:t>architecture implies, and it is squarely the kind of work an AI Factory Blueprint exists to</a:t>
            </a:r>
          </a:p>
          <a:p>
            <a:r>
              <a:t>do. We are showing it to you because closing it is a joint piece of work, and because the</a:t>
            </a:r>
          </a:p>
          <a:p>
            <a:r>
              <a:t>design is specific enough to be argued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minute. Three sentences and stop.</a:t>
            </a:r>
          </a:p>
          <a:p/>
          <a:p>
            <a:r>
              <a:t>This is a reference architecture for long-running, specialized agents that are allowed to</a:t>
            </a:r>
          </a:p>
          <a:p>
            <a:r>
              <a:t>act — and a description of exactly what stops them acting badly. NVIDIA supplies the</a:t>
            </a:r>
          </a:p>
          <a:p>
            <a:r>
              <a:t>models, the agent toolkit and the sandbox runtime; SUSE makes them installable, versioned,</a:t>
            </a:r>
          </a:p>
          <a:p>
            <a:r>
              <a:t>air-gappable, multi-tenant and supportable under one contract. What we would like from this</a:t>
            </a:r>
          </a:p>
          <a:p>
            <a:r>
              <a:t>conversation is the aiq-agent-plus-OpenShell-SDK path and a gateway release that carries the</a:t>
            </a:r>
          </a:p>
          <a:p>
            <a:r>
              <a:t>workspace keys — after that, this is buildable.</a:t>
            </a:r>
          </a:p>
          <a:p/>
          <a:p>
            <a:r>
              <a:t>DO NOT SAY, at any point in Q&amp;A:</a:t>
            </a:r>
          </a:p>
          <a:p>
            <a:r>
              <a:t>• "Customers are running this" — nobody is</a:t>
            </a:r>
          </a:p>
          <a:p>
            <a:r>
              <a:t>• "Benchmarked" / "measured" / "tested" — the figure 5 timings are illustrative. The only</a:t>
            </a:r>
          </a:p>
          <a:p>
            <a:r>
              <a:t>  measured number in the deck is Anthropic's ~15x token multiplier, and it is theirs</a:t>
            </a:r>
          </a:p>
          <a:p>
            <a:r>
              <a:t>• Specific MTTR percentages or ROI figures</a:t>
            </a:r>
          </a:p>
          <a:p>
            <a:r>
              <a:t>• "Nemotron-H" — older research line. It is Nemotron 3 Ultra (550B-A55B), Nemotron 3.5</a:t>
            </a:r>
          </a:p>
          <a:p>
            <a:r>
              <a:t>  Lightning (30B-A3B), Nemotron 3 Embed 1B</a:t>
            </a:r>
          </a:p>
          <a:p>
            <a:r>
              <a:t>• A parameter count for Nemotron 3 Super — reported inconsistently; leave it unquantified</a:t>
            </a:r>
          </a:p>
          <a:p>
            <a:r>
              <a:t>• "RAPIDS" — it is CUDA-X Data Science now</a:t>
            </a:r>
          </a:p>
          <a:p>
            <a:r>
              <a:t>• "Supported", about AI-Q on OpenShell on Kubernetes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Sovereign Agentic SecOps</a:t>
            </a:r>
          </a:p>
          <a:p>
            <a:pPr>
              <a:spcAft>
                <a:spcPts val="2600"/>
              </a:spcAft>
            </a:pPr>
            <a:r>
              <a:rPr sz="2200" b="0">
                <a:solidFill>
                  <a:srgbClr val="30BA78"/>
                </a:solidFill>
                <a:latin typeface="Arial"/>
              </a:rPr>
              <a:t>Autonomous vulnerability remediation on SUSE AI Factory with NVIDIA</a:t>
            </a:r>
          </a:p>
          <a:p>
            <a:pPr>
              <a:spcAft>
                <a:spcPts val="0"/>
              </a:spcAft>
            </a:pPr>
            <a:r>
              <a:rPr sz="1700" b="0">
                <a:solidFill>
                  <a:srgbClr val="AFC4BF"/>
                </a:solidFill>
                <a:latin typeface="Arial"/>
              </a:rPr>
              <a:t>A reference architecture for long-running, specialized agents that are allowed to act — and a description of exactly what stops them acting badly.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E7C3F"/>
                </a:solidFill>
                <a:latin typeface="Arial"/>
              </a:rPr>
              <a:t>STATUS — reference architecture, not a shipped product and not a customer deployment.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AFC4BF"/>
                </a:solidFill>
                <a:latin typeface="Arial"/>
              </a:rPr>
              <a:t>OpenShell, NemoClaw and the sandbox lifecycle are verified running on a live SUSE cluster. The SecOps agent layer, the data flywheel, the sandbox image and the three SUSE portfolio integrations are designed and specified, but have never been run.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005840"/>
            <a:ext cx="1463040" cy="508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The problem is a queue, not a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A registry scan of a mid-sized estate returns thousands of rows. Most are irrelevant. A handful are urgent — and nobody knows which handful until a person reads them.</a:t>
            </a:r>
          </a:p>
          <a:p>
            <a:pPr>
              <a:spcAft>
                <a:spcPts val="2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The finding rate exceeds the remediation rate. Permanently.</a:t>
            </a:r>
          </a:p>
          <a:p>
            <a:pPr>
              <a:spcAft>
                <a:spcPts val="2400"/>
              </a:spcAft>
            </a:pPr>
            <a:r>
              <a:rPr sz="1900" b="0">
                <a:solidFill>
                  <a:srgbClr val="30BA78"/>
                </a:solidFill>
                <a:latin typeface="Arial"/>
              </a:rPr>
              <a:t>A retrieval chatbot does not move this number. It answers questions about the queue. The queue is not short of answers; it is short of changes.</a:t>
            </a:r>
          </a:p>
          <a:p>
            <a:pPr>
              <a:spcAft>
                <a:spcPts val="2200"/>
              </a:spcAft>
            </a:pPr>
            <a:r>
              <a:rPr sz="1700" b="0">
                <a:solidFill>
                  <a:srgbClr val="AFC4BF"/>
                </a:solidFill>
                <a:latin typeface="Arial"/>
              </a:rPr>
              <a:t>Which is also why most organisations will not run one. Granting an LLM write access to source control, in an estate it can also scan, on a cluster it can also reach, is a straightforward way to turn a vulnerability backlog into an incident.</a:t>
            </a:r>
          </a:p>
          <a:p>
            <a:pPr>
              <a:spcAft>
                <a:spcPts val="0"/>
              </a:spcAft>
            </a:pPr>
            <a:r>
              <a:rPr sz="1900" b="1">
                <a:solidFill>
                  <a:srgbClr val="76B900"/>
                </a:solidFill>
                <a:latin typeface="Arial"/>
              </a:rPr>
              <a:t>The interesting engineering is not the agents. It is the substrate that makes an agent safe to let loose.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-0-platform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-1-platform-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-2-specialized-ag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-3-feedback-loo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-5-cve-end-to-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-4-blueprint-lifecyc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77240"/>
            <a:ext cx="1463040" cy="50800"/>
          </a:xfrm>
          <a:prstGeom prst="rect">
            <a:avLst/>
          </a:prstGeom>
          <a:solidFill>
            <a:srgbClr val="FE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Honest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30BA78"/>
                </a:solidFill>
                <a:latin typeface="Arial"/>
              </a:rPr>
              <a:t>RUNS TODAY, ON A LIVE CLUSTER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OpenShell gateway and full sandbox lifecycle, driven from a local nemoclaw binary against a cluster gateway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All three Blueprint CRs accepted by the API server under --dry-run=server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Every chart repo / name / version triple resolves against live ClusterRepo indexes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Every AI-Q _type in the workflow config exists upstream at tag v2.2.0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The OpenShell policy grammar, read from the Rust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205740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FE7C3F"/>
                </a:solidFill>
                <a:latin typeface="Arial"/>
              </a:rPr>
              <a:t>DESIGNED, NOT BUILT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The SecOps agent layer — the workflow config has never been loaded by a running AI-Q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The data flywheel — and deprecated on arrival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The sandbox image — specified, does not exist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All three SUSE portfolio integrations</a:t>
            </a:r>
          </a:p>
          <a:p>
            <a:pPr>
              <a:spcAft>
                <a:spcPts val="18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The CVE walkthrough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E7C3F"/>
                </a:solidFill>
                <a:latin typeface="Arial"/>
              </a:rPr>
              <a:t>THE GAP THAT MATTERS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AFC4BF"/>
                </a:solidFill>
                <a:latin typeface="Arial"/>
              </a:rPr>
              <a:t>AI-Q to OpenShell on Kubernetes is not a supported path yet — and closing it is squarely the kind of work an AI Factory Blueprint exists to 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94560"/>
            <a:ext cx="1463040" cy="508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NVIDIA supplies the models, the agent toolkit and the sandbox runtime.</a:t>
            </a:r>
          </a:p>
          <a:p>
            <a:pPr>
              <a:spcAft>
                <a:spcPts val="3400"/>
              </a:spcAft>
            </a:pPr>
            <a:r>
              <a:rPr sz="2600" b="1">
                <a:solidFill>
                  <a:srgbClr val="30BA78"/>
                </a:solidFill>
                <a:latin typeface="Arial"/>
              </a:rPr>
              <a:t>SUSE makes them installable, versioned, air-gappable, multi-tenant and supportable under one contract.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What we would like from this conversation: the aiq-agent + OpenShell SDK path, and a gateway release that carries the workspace keys.</a:t>
            </a:r>
          </a:p>
          <a:p>
            <a:pPr>
              <a:spcAft>
                <a:spcPts val="0"/>
              </a:spcAft>
            </a:pPr>
            <a:r>
              <a:rPr sz="1900" b="1">
                <a:solidFill>
                  <a:srgbClr val="76B900"/>
                </a:solidFill>
                <a:latin typeface="Arial"/>
              </a:rPr>
              <a:t>After that, this is buildable.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675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FC4BF"/>
                </a:solidFill>
                <a:latin typeface="Arial"/>
              </a:rPr>
              <a:t>docs/architecture/sovereign-agentic-secops.md  ·  examples/secops-agent-factory/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